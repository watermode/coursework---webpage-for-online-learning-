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43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9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330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5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29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69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07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647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59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223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125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15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570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850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33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68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08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React: Вступ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інфо</a:t>
            </a:r>
            <a:r>
              <a:rPr lang="ru-RU" dirty="0" err="1"/>
              <a:t>рм</a:t>
            </a:r>
            <a:r>
              <a:rPr dirty="0" err="1"/>
              <a:t>ація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темі</a:t>
            </a:r>
            <a:r>
              <a:rPr dirty="0"/>
              <a:t>: React: </a:t>
            </a:r>
            <a:endParaRPr lang="ru-RU" dirty="0"/>
          </a:p>
          <a:p>
            <a:r>
              <a:rPr lang="en-US" b="1" dirty="0"/>
              <a:t>React</a:t>
            </a:r>
            <a:r>
              <a:rPr lang="en-US" dirty="0"/>
              <a:t> — </a:t>
            </a:r>
            <a:r>
              <a:rPr lang="ru-RU" dirty="0" err="1"/>
              <a:t>це</a:t>
            </a:r>
            <a:r>
              <a:rPr lang="ru-RU" dirty="0"/>
              <a:t> популярна </a:t>
            </a:r>
            <a:r>
              <a:rPr lang="en-US" dirty="0"/>
              <a:t>JavaScript-</a:t>
            </a:r>
            <a:r>
              <a:rPr lang="ru-RU" dirty="0" err="1"/>
              <a:t>бібліотека</a:t>
            </a:r>
            <a:r>
              <a:rPr lang="ru-RU" dirty="0"/>
              <a:t>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 (</a:t>
            </a:r>
            <a:r>
              <a:rPr lang="en-US" dirty="0"/>
              <a:t>UI), </a:t>
            </a:r>
            <a:r>
              <a:rPr lang="ru-RU" dirty="0" err="1"/>
              <a:t>розроблена</a:t>
            </a:r>
            <a:r>
              <a:rPr lang="ru-RU" dirty="0"/>
              <a:t> </a:t>
            </a:r>
            <a:r>
              <a:rPr lang="ru-RU" dirty="0" err="1"/>
              <a:t>компанією</a:t>
            </a:r>
            <a:r>
              <a:rPr lang="ru-RU" dirty="0"/>
              <a:t> </a:t>
            </a:r>
            <a:r>
              <a:rPr lang="en-US" dirty="0"/>
              <a:t>Facebook (Meta). </a:t>
            </a:r>
            <a:r>
              <a:rPr lang="ru-RU" dirty="0"/>
              <a:t>Вона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динамічні</a:t>
            </a:r>
            <a:r>
              <a:rPr lang="ru-RU" dirty="0"/>
              <a:t> </a:t>
            </a:r>
            <a:r>
              <a:rPr lang="ru-RU" dirty="0" err="1"/>
              <a:t>вебзастосунки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швидко</a:t>
            </a:r>
            <a:r>
              <a:rPr lang="ru-RU" dirty="0"/>
              <a:t> </a:t>
            </a:r>
            <a:r>
              <a:rPr lang="ru-RU" dirty="0" err="1"/>
              <a:t>оновлюють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 </a:t>
            </a:r>
            <a:r>
              <a:rPr lang="ru-RU" dirty="0" err="1"/>
              <a:t>сторінки</a:t>
            </a:r>
            <a:r>
              <a:rPr lang="ru-RU" dirty="0"/>
              <a:t> без </a:t>
            </a:r>
            <a:r>
              <a:rPr lang="ru-RU" dirty="0" err="1"/>
              <a:t>повного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перезавантаження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Основна</a:t>
            </a:r>
            <a:r>
              <a:rPr lang="ru-RU" dirty="0"/>
              <a:t> </a:t>
            </a:r>
            <a:r>
              <a:rPr lang="ru-RU" dirty="0" err="1"/>
              <a:t>ідея</a:t>
            </a:r>
            <a:r>
              <a:rPr lang="ru-RU" dirty="0"/>
              <a:t> </a:t>
            </a:r>
            <a:r>
              <a:rPr lang="en-US" dirty="0"/>
              <a:t>React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інформація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темі</a:t>
            </a:r>
            <a:r>
              <a:rPr dirty="0"/>
              <a:t>:</a:t>
            </a:r>
            <a:endParaRPr lang="ru-RU" dirty="0"/>
          </a:p>
          <a:p>
            <a:r>
              <a:rPr lang="en-US" dirty="0"/>
              <a:t>React </a:t>
            </a:r>
            <a:r>
              <a:rPr lang="ru-RU" dirty="0" err="1"/>
              <a:t>базується</a:t>
            </a:r>
            <a:r>
              <a:rPr lang="ru-RU" dirty="0"/>
              <a:t> на </a:t>
            </a:r>
            <a:r>
              <a:rPr lang="ru-RU" dirty="0" err="1"/>
              <a:t>концепції</a:t>
            </a:r>
            <a:r>
              <a:rPr lang="ru-RU" dirty="0"/>
              <a:t> </a:t>
            </a:r>
            <a:r>
              <a:rPr lang="ru-RU" b="1" dirty="0" err="1"/>
              <a:t>компонентів</a:t>
            </a:r>
            <a:r>
              <a:rPr lang="ru-RU" dirty="0"/>
              <a:t> — </a:t>
            </a:r>
            <a:r>
              <a:rPr lang="ru-RU" dirty="0" err="1"/>
              <a:t>незалежних</a:t>
            </a:r>
            <a:r>
              <a:rPr lang="ru-RU" dirty="0"/>
              <a:t>, повторно </a:t>
            </a:r>
            <a:r>
              <a:rPr lang="ru-RU" dirty="0" err="1"/>
              <a:t>використовуваних</a:t>
            </a:r>
            <a:r>
              <a:rPr lang="ru-RU" dirty="0"/>
              <a:t> </a:t>
            </a:r>
            <a:r>
              <a:rPr lang="ru-RU" dirty="0" err="1"/>
              <a:t>частин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. </a:t>
            </a:r>
            <a:r>
              <a:rPr lang="ru-RU" dirty="0" err="1"/>
              <a:t>Кожен</a:t>
            </a:r>
            <a:r>
              <a:rPr lang="ru-RU" dirty="0"/>
              <a:t> компонент </a:t>
            </a:r>
            <a:r>
              <a:rPr lang="ru-RU" dirty="0" err="1"/>
              <a:t>відповідає</a:t>
            </a:r>
            <a:r>
              <a:rPr lang="ru-RU" dirty="0"/>
              <a:t> за </a:t>
            </a:r>
            <a:r>
              <a:rPr lang="ru-RU" dirty="0" err="1"/>
              <a:t>певний</a:t>
            </a:r>
            <a:r>
              <a:rPr lang="ru-RU" dirty="0"/>
              <a:t> </a:t>
            </a:r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en-US" dirty="0"/>
              <a:t>UI, </a:t>
            </a:r>
            <a:r>
              <a:rPr lang="ru-RU" dirty="0" err="1"/>
              <a:t>наприклад</a:t>
            </a:r>
            <a:r>
              <a:rPr lang="ru-RU" dirty="0"/>
              <a:t>, кнопку, форму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картку</a:t>
            </a:r>
            <a:r>
              <a:rPr lang="ru-RU" dirty="0"/>
              <a:t>.</a:t>
            </a:r>
          </a:p>
          <a:p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поєднувати</a:t>
            </a:r>
            <a:r>
              <a:rPr lang="ru-RU" dirty="0"/>
              <a:t>, </a:t>
            </a:r>
            <a:r>
              <a:rPr lang="ru-RU" dirty="0" err="1"/>
              <a:t>створюючи</a:t>
            </a:r>
            <a:r>
              <a:rPr lang="ru-RU" dirty="0"/>
              <a:t> </a:t>
            </a:r>
            <a:r>
              <a:rPr lang="ru-RU" dirty="0" err="1"/>
              <a:t>складні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 з невеликих </a:t>
            </a:r>
            <a:r>
              <a:rPr lang="ru-RU" dirty="0" err="1"/>
              <a:t>логічних</a:t>
            </a:r>
            <a:r>
              <a:rPr lang="ru-RU" dirty="0"/>
              <a:t> </a:t>
            </a:r>
            <a:r>
              <a:rPr lang="ru-RU" dirty="0" err="1"/>
              <a:t>блоків</a:t>
            </a:r>
            <a:r>
              <a:rPr lang="ru-RU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594825"/>
            <a:ext cx="6798734" cy="1303867"/>
          </a:xfrm>
        </p:spPr>
        <p:txBody>
          <a:bodyPr/>
          <a:lstStyle/>
          <a:p>
            <a:r>
              <a:rPr lang="ru-RU" dirty="0" err="1"/>
              <a:t>Ключові</a:t>
            </a:r>
            <a:r>
              <a:rPr lang="ru-RU" dirty="0"/>
              <a:t> </a:t>
            </a:r>
            <a:r>
              <a:rPr lang="ru-RU" dirty="0" err="1"/>
              <a:t>особливості</a:t>
            </a:r>
            <a:r>
              <a:rPr lang="ru-RU" dirty="0"/>
              <a:t> </a:t>
            </a:r>
            <a:r>
              <a:rPr lang="en-US" dirty="0"/>
              <a:t>React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22546"/>
            <a:ext cx="6798736" cy="3444997"/>
          </a:xfrm>
        </p:spPr>
        <p:txBody>
          <a:bodyPr>
            <a:normAutofit fontScale="55000" lnSpcReduction="20000"/>
          </a:bodyPr>
          <a:lstStyle/>
          <a:p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інформація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темі</a:t>
            </a:r>
            <a:r>
              <a:rPr dirty="0"/>
              <a:t>:</a:t>
            </a:r>
            <a:endParaRPr lang="ru-RU" dirty="0"/>
          </a:p>
          <a:p>
            <a:r>
              <a:rPr lang="ru-RU" sz="2200" b="1" dirty="0" err="1"/>
              <a:t>Компонентний</a:t>
            </a:r>
            <a:r>
              <a:rPr lang="ru-RU" sz="2200" b="1" dirty="0"/>
              <a:t> </a:t>
            </a:r>
            <a:r>
              <a:rPr lang="ru-RU" sz="2200" b="1" dirty="0" err="1"/>
              <a:t>підхід</a:t>
            </a:r>
            <a:br>
              <a:rPr lang="ru-RU" sz="2200" dirty="0"/>
            </a:br>
            <a:r>
              <a:rPr lang="ru-RU" sz="2200" dirty="0" err="1"/>
              <a:t>Інтерфейс</a:t>
            </a:r>
            <a:r>
              <a:rPr lang="ru-RU" sz="2200" dirty="0"/>
              <a:t> </a:t>
            </a:r>
            <a:r>
              <a:rPr lang="ru-RU" sz="2200" dirty="0" err="1"/>
              <a:t>ділиться</a:t>
            </a:r>
            <a:r>
              <a:rPr lang="ru-RU" sz="2200" dirty="0"/>
              <a:t> на </a:t>
            </a:r>
            <a:r>
              <a:rPr lang="ru-RU" sz="2200" dirty="0" err="1"/>
              <a:t>незалежні</a:t>
            </a:r>
            <a:r>
              <a:rPr lang="ru-RU" sz="2200" dirty="0"/>
              <a:t> </a:t>
            </a:r>
            <a:r>
              <a:rPr lang="ru-RU" sz="2200" dirty="0" err="1"/>
              <a:t>компоненти</a:t>
            </a:r>
            <a:r>
              <a:rPr lang="ru-RU" sz="2200" dirty="0"/>
              <a:t>, </a:t>
            </a:r>
            <a:r>
              <a:rPr lang="ru-RU" sz="2200" dirty="0" err="1"/>
              <a:t>які</a:t>
            </a:r>
            <a:r>
              <a:rPr lang="ru-RU" sz="2200" dirty="0"/>
              <a:t> легко </a:t>
            </a:r>
            <a:r>
              <a:rPr lang="ru-RU" sz="2200" dirty="0" err="1"/>
              <a:t>розробляти</a:t>
            </a:r>
            <a:r>
              <a:rPr lang="ru-RU" sz="2200" dirty="0"/>
              <a:t>, </a:t>
            </a:r>
            <a:r>
              <a:rPr lang="ru-RU" sz="2200" dirty="0" err="1"/>
              <a:t>тестувати</a:t>
            </a:r>
            <a:r>
              <a:rPr lang="ru-RU" sz="2200" dirty="0"/>
              <a:t> та повторно </a:t>
            </a:r>
            <a:r>
              <a:rPr lang="ru-RU" sz="2200" dirty="0" err="1"/>
              <a:t>використовувати</a:t>
            </a:r>
            <a:r>
              <a:rPr lang="ru-RU" sz="2200" dirty="0"/>
              <a:t>.</a:t>
            </a:r>
          </a:p>
          <a:p>
            <a:r>
              <a:rPr lang="en-US" sz="2200" b="1" dirty="0"/>
              <a:t>Virtual DOM (</a:t>
            </a:r>
            <a:r>
              <a:rPr lang="ru-RU" sz="2200" b="1" dirty="0" err="1"/>
              <a:t>віртуальний</a:t>
            </a:r>
            <a:r>
              <a:rPr lang="ru-RU" sz="2200" b="1" dirty="0"/>
              <a:t> </a:t>
            </a:r>
            <a:r>
              <a:rPr lang="en-US" sz="2200" b="1" dirty="0"/>
              <a:t>DOM)</a:t>
            </a:r>
            <a:br>
              <a:rPr lang="en-US" sz="2200" dirty="0"/>
            </a:br>
            <a:r>
              <a:rPr lang="en-US" sz="2200" dirty="0"/>
              <a:t>React </a:t>
            </a:r>
            <a:r>
              <a:rPr lang="ru-RU" sz="2200" dirty="0" err="1"/>
              <a:t>створює</a:t>
            </a:r>
            <a:r>
              <a:rPr lang="ru-RU" sz="2200" dirty="0"/>
              <a:t> </a:t>
            </a:r>
            <a:r>
              <a:rPr lang="ru-RU" sz="2200" dirty="0" err="1"/>
              <a:t>копію</a:t>
            </a:r>
            <a:r>
              <a:rPr lang="ru-RU" sz="2200" dirty="0"/>
              <a:t> дерева </a:t>
            </a:r>
            <a:r>
              <a:rPr lang="ru-RU" sz="2200" dirty="0" err="1"/>
              <a:t>елементів</a:t>
            </a:r>
            <a:r>
              <a:rPr lang="ru-RU" sz="2200" dirty="0"/>
              <a:t> </a:t>
            </a:r>
            <a:r>
              <a:rPr lang="ru-RU" sz="2200" dirty="0" err="1"/>
              <a:t>сторінки</a:t>
            </a:r>
            <a:r>
              <a:rPr lang="ru-RU" sz="2200" dirty="0"/>
              <a:t> у </a:t>
            </a:r>
            <a:r>
              <a:rPr lang="ru-RU" sz="2200" dirty="0" err="1"/>
              <a:t>пам’яті</a:t>
            </a:r>
            <a:r>
              <a:rPr lang="ru-RU" sz="2200" dirty="0"/>
              <a:t>. Коли </a:t>
            </a:r>
            <a:r>
              <a:rPr lang="ru-RU" sz="2200" dirty="0" err="1"/>
              <a:t>змінюються</a:t>
            </a:r>
            <a:r>
              <a:rPr lang="ru-RU" sz="2200" dirty="0"/>
              <a:t> </a:t>
            </a:r>
            <a:r>
              <a:rPr lang="ru-RU" sz="2200" dirty="0" err="1"/>
              <a:t>дані</a:t>
            </a:r>
            <a:r>
              <a:rPr lang="ru-RU" sz="2200" dirty="0"/>
              <a:t>, </a:t>
            </a:r>
            <a:r>
              <a:rPr lang="en-US" sz="2200" dirty="0"/>
              <a:t>React </a:t>
            </a:r>
            <a:r>
              <a:rPr lang="ru-RU" sz="2200" dirty="0" err="1"/>
              <a:t>оновлює</a:t>
            </a:r>
            <a:r>
              <a:rPr lang="ru-RU" sz="2200" dirty="0"/>
              <a:t> </a:t>
            </a:r>
            <a:r>
              <a:rPr lang="ru-RU" sz="2200" dirty="0" err="1"/>
              <a:t>лише</a:t>
            </a:r>
            <a:r>
              <a:rPr lang="ru-RU" sz="2200" dirty="0"/>
              <a:t> </a:t>
            </a:r>
            <a:r>
              <a:rPr lang="ru-RU" sz="2200" dirty="0" err="1"/>
              <a:t>ті</a:t>
            </a:r>
            <a:r>
              <a:rPr lang="ru-RU" sz="2200" dirty="0"/>
              <a:t> </a:t>
            </a:r>
            <a:r>
              <a:rPr lang="ru-RU" sz="2200" dirty="0" err="1"/>
              <a:t>частини</a:t>
            </a:r>
            <a:r>
              <a:rPr lang="ru-RU" sz="2200" dirty="0"/>
              <a:t> </a:t>
            </a:r>
            <a:r>
              <a:rPr lang="en-US" sz="2200" dirty="0"/>
              <a:t>DOM, </a:t>
            </a:r>
            <a:r>
              <a:rPr lang="ru-RU" sz="2200" dirty="0" err="1"/>
              <a:t>які</a:t>
            </a:r>
            <a:r>
              <a:rPr lang="ru-RU" sz="2200" dirty="0"/>
              <a:t> </a:t>
            </a:r>
            <a:r>
              <a:rPr lang="ru-RU" sz="2200" dirty="0" err="1"/>
              <a:t>змінилися</a:t>
            </a:r>
            <a:r>
              <a:rPr lang="ru-RU" sz="2200" dirty="0"/>
              <a:t>, </a:t>
            </a:r>
            <a:r>
              <a:rPr lang="ru-RU" sz="2200" dirty="0" err="1"/>
              <a:t>що</a:t>
            </a:r>
            <a:r>
              <a:rPr lang="ru-RU" sz="2200" dirty="0"/>
              <a:t> робить роботу </a:t>
            </a:r>
            <a:r>
              <a:rPr lang="ru-RU" sz="2200" dirty="0" err="1"/>
              <a:t>застосунку</a:t>
            </a:r>
            <a:r>
              <a:rPr lang="ru-RU" sz="2200" dirty="0"/>
              <a:t> </a:t>
            </a:r>
            <a:r>
              <a:rPr lang="ru-RU" sz="2200" dirty="0" err="1"/>
              <a:t>дуже</a:t>
            </a:r>
            <a:r>
              <a:rPr lang="ru-RU" sz="2200" dirty="0"/>
              <a:t> </a:t>
            </a:r>
            <a:r>
              <a:rPr lang="ru-RU" sz="2200" dirty="0" err="1"/>
              <a:t>швидкою</a:t>
            </a:r>
            <a:r>
              <a:rPr lang="ru-RU" sz="2200" dirty="0"/>
              <a:t>.</a:t>
            </a:r>
          </a:p>
          <a:p>
            <a:r>
              <a:rPr lang="en-US" sz="2200" b="1" dirty="0"/>
              <a:t>JSX (JavaScript XML)</a:t>
            </a:r>
            <a:br>
              <a:rPr lang="en-US" sz="2200" dirty="0"/>
            </a:br>
            <a:r>
              <a:rPr lang="ru-RU" sz="2200" dirty="0" err="1"/>
              <a:t>Це</a:t>
            </a:r>
            <a:r>
              <a:rPr lang="ru-RU" sz="2200" dirty="0"/>
              <a:t> </a:t>
            </a:r>
            <a:r>
              <a:rPr lang="ru-RU" sz="2200" dirty="0" err="1"/>
              <a:t>спеціальний</a:t>
            </a:r>
            <a:r>
              <a:rPr lang="ru-RU" sz="2200" dirty="0"/>
              <a:t> синтаксис, </a:t>
            </a:r>
            <a:r>
              <a:rPr lang="ru-RU" sz="2200" dirty="0" err="1"/>
              <a:t>який</a:t>
            </a:r>
            <a:r>
              <a:rPr lang="ru-RU" sz="2200" dirty="0"/>
              <a:t> </a:t>
            </a:r>
            <a:r>
              <a:rPr lang="ru-RU" sz="2200" dirty="0" err="1"/>
              <a:t>дозволяє</a:t>
            </a:r>
            <a:r>
              <a:rPr lang="ru-RU" sz="2200" dirty="0"/>
              <a:t> </a:t>
            </a:r>
            <a:r>
              <a:rPr lang="ru-RU" sz="2200" dirty="0" err="1"/>
              <a:t>писати</a:t>
            </a:r>
            <a:r>
              <a:rPr lang="ru-RU" sz="2200" dirty="0"/>
              <a:t> </a:t>
            </a:r>
            <a:r>
              <a:rPr lang="en-US" sz="2200" dirty="0"/>
              <a:t>HTML-</a:t>
            </a:r>
            <a:r>
              <a:rPr lang="ru-RU" sz="2200" dirty="0" err="1"/>
              <a:t>подібний</a:t>
            </a:r>
            <a:r>
              <a:rPr lang="ru-RU" sz="2200" dirty="0"/>
              <a:t> код прямо у </a:t>
            </a:r>
            <a:r>
              <a:rPr lang="en-US" sz="2200" dirty="0"/>
              <a:t>JavaScript</a:t>
            </a:r>
            <a:r>
              <a:rPr lang="ru-RU" sz="2200" dirty="0"/>
              <a:t>:</a:t>
            </a:r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r>
              <a:rPr lang="ru-RU" sz="2200" b="1" dirty="0" err="1"/>
              <a:t>Односпрямований</a:t>
            </a:r>
            <a:r>
              <a:rPr lang="ru-RU" sz="2200" b="1" dirty="0"/>
              <a:t> </a:t>
            </a:r>
            <a:r>
              <a:rPr lang="ru-RU" sz="2200" b="1" dirty="0" err="1"/>
              <a:t>потік</a:t>
            </a:r>
            <a:r>
              <a:rPr lang="ru-RU" sz="2200" b="1" dirty="0"/>
              <a:t> </a:t>
            </a:r>
            <a:r>
              <a:rPr lang="ru-RU" sz="2200" b="1" dirty="0" err="1"/>
              <a:t>даних</a:t>
            </a:r>
            <a:r>
              <a:rPr lang="ru-RU" sz="2200" b="1" dirty="0"/>
              <a:t> (</a:t>
            </a:r>
            <a:r>
              <a:rPr lang="en-US" sz="2200" b="1" dirty="0"/>
              <a:t>One-way Data Flow)</a:t>
            </a:r>
            <a:br>
              <a:rPr lang="en-US" sz="2200" dirty="0"/>
            </a:br>
            <a:r>
              <a:rPr lang="ru-RU" sz="2200" dirty="0" err="1"/>
              <a:t>Дані</a:t>
            </a:r>
            <a:r>
              <a:rPr lang="ru-RU" sz="2200" dirty="0"/>
              <a:t> </a:t>
            </a:r>
            <a:r>
              <a:rPr lang="ru-RU" sz="2200" dirty="0" err="1"/>
              <a:t>передаються</a:t>
            </a:r>
            <a:r>
              <a:rPr lang="ru-RU" sz="2200" dirty="0"/>
              <a:t> </a:t>
            </a:r>
            <a:r>
              <a:rPr lang="ru-RU" sz="2200" dirty="0" err="1"/>
              <a:t>від</a:t>
            </a:r>
            <a:r>
              <a:rPr lang="ru-RU" sz="2200" dirty="0"/>
              <a:t> </a:t>
            </a:r>
            <a:r>
              <a:rPr lang="ru-RU" sz="2200" dirty="0" err="1"/>
              <a:t>батьківських</a:t>
            </a:r>
            <a:r>
              <a:rPr lang="ru-RU" sz="2200" dirty="0"/>
              <a:t> </a:t>
            </a:r>
            <a:r>
              <a:rPr lang="ru-RU" sz="2200" dirty="0" err="1"/>
              <a:t>компонентів</a:t>
            </a:r>
            <a:r>
              <a:rPr lang="ru-RU" sz="2200" dirty="0"/>
              <a:t> до </a:t>
            </a:r>
            <a:r>
              <a:rPr lang="ru-RU" sz="2200" dirty="0" err="1"/>
              <a:t>дочірніх</a:t>
            </a:r>
            <a:r>
              <a:rPr lang="ru-RU" sz="2200" dirty="0"/>
              <a:t> через </a:t>
            </a:r>
            <a:r>
              <a:rPr lang="en-US" sz="2200" b="1" dirty="0"/>
              <a:t>props</a:t>
            </a:r>
            <a:r>
              <a:rPr lang="en-US" sz="2200" dirty="0"/>
              <a:t>, </a:t>
            </a:r>
            <a:r>
              <a:rPr lang="ru-RU" sz="2200" dirty="0" err="1"/>
              <a:t>що</a:t>
            </a:r>
            <a:r>
              <a:rPr lang="ru-RU" sz="2200" dirty="0"/>
              <a:t> </a:t>
            </a:r>
            <a:r>
              <a:rPr lang="ru-RU" sz="2200" dirty="0" err="1"/>
              <a:t>забезпечує</a:t>
            </a:r>
            <a:r>
              <a:rPr lang="ru-RU" sz="2200" dirty="0"/>
              <a:t> </a:t>
            </a:r>
            <a:r>
              <a:rPr lang="ru-RU" sz="2200" dirty="0" err="1"/>
              <a:t>передбачувану</a:t>
            </a:r>
            <a:r>
              <a:rPr lang="ru-RU" sz="2200" dirty="0"/>
              <a:t> </a:t>
            </a:r>
            <a:r>
              <a:rPr lang="ru-RU" sz="2200" dirty="0" err="1"/>
              <a:t>поведінку</a:t>
            </a:r>
            <a:r>
              <a:rPr lang="ru-RU" sz="2200" dirty="0"/>
              <a:t> </a:t>
            </a:r>
            <a:r>
              <a:rPr lang="ru-RU" sz="2200" dirty="0" err="1"/>
              <a:t>застосунку</a:t>
            </a:r>
            <a:r>
              <a:rPr lang="ru-RU" sz="2200" dirty="0"/>
              <a:t>.</a:t>
            </a:r>
          </a:p>
          <a:p>
            <a:endParaRPr lang="ru-RU" sz="1050" dirty="0"/>
          </a:p>
          <a:p>
            <a:endParaRPr sz="12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2FC1D6-4831-457E-A16F-496C9DDB0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997" y="4274532"/>
            <a:ext cx="3981949" cy="436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Стан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пропси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інформація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темі</a:t>
            </a:r>
            <a:r>
              <a:rPr dirty="0"/>
              <a:t>:</a:t>
            </a:r>
            <a:endParaRPr lang="ru-RU" dirty="0"/>
          </a:p>
          <a:p>
            <a:r>
              <a:rPr lang="en-US" b="1" dirty="0"/>
              <a:t>Props (properties)</a:t>
            </a:r>
            <a:r>
              <a:rPr lang="en-US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b="1" dirty="0" err="1"/>
              <a:t>вхідні</a:t>
            </a:r>
            <a:r>
              <a:rPr lang="ru-RU" b="1" dirty="0"/>
              <a:t> </a:t>
            </a:r>
            <a:r>
              <a:rPr lang="ru-RU" b="1" dirty="0" err="1"/>
              <a:t>дані</a:t>
            </a:r>
            <a:r>
              <a:rPr lang="ru-RU" b="1" dirty="0"/>
              <a:t> компонента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передає</a:t>
            </a:r>
            <a:r>
              <a:rPr lang="ru-RU" dirty="0"/>
              <a:t> </a:t>
            </a:r>
            <a:r>
              <a:rPr lang="ru-RU" b="1" dirty="0" err="1"/>
              <a:t>батьківський</a:t>
            </a:r>
            <a:r>
              <a:rPr lang="ru-RU" b="1" dirty="0"/>
              <a:t> компонент → </a:t>
            </a:r>
            <a:r>
              <a:rPr lang="ru-RU" b="1" dirty="0" err="1"/>
              <a:t>дочірньому</a:t>
            </a:r>
            <a:r>
              <a:rPr lang="ru-RU" dirty="0"/>
              <a:t>, як </a:t>
            </a:r>
            <a:r>
              <a:rPr lang="ru-RU" dirty="0" err="1"/>
              <a:t>аргументи</a:t>
            </a:r>
            <a:r>
              <a:rPr lang="ru-RU" dirty="0"/>
              <a:t> у </a:t>
            </a:r>
            <a:r>
              <a:rPr lang="ru-RU" dirty="0" err="1"/>
              <a:t>функцію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Пропси</a:t>
            </a:r>
            <a:r>
              <a:rPr lang="ru-RU" dirty="0"/>
              <a:t> </a:t>
            </a:r>
            <a:r>
              <a:rPr lang="ru-RU" b="1" dirty="0" err="1"/>
              <a:t>тільки</a:t>
            </a:r>
            <a:r>
              <a:rPr lang="ru-RU" b="1" dirty="0"/>
              <a:t> для </a:t>
            </a:r>
            <a:r>
              <a:rPr lang="ru-RU" b="1" dirty="0" err="1"/>
              <a:t>читання</a:t>
            </a:r>
            <a:r>
              <a:rPr lang="ru-RU" dirty="0"/>
              <a:t> (</a:t>
            </a:r>
            <a:r>
              <a:rPr lang="en-US" dirty="0"/>
              <a:t>read-only)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Компонент </a:t>
            </a:r>
            <a:r>
              <a:rPr lang="ru-RU" b="1" dirty="0"/>
              <a:t>не </a:t>
            </a:r>
            <a:r>
              <a:rPr lang="ru-RU" b="1" dirty="0" err="1"/>
              <a:t>змінює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пропси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себе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Через </a:t>
            </a:r>
            <a:r>
              <a:rPr lang="ru-RU" dirty="0" err="1"/>
              <a:t>пропси</a:t>
            </a:r>
            <a:r>
              <a:rPr lang="ru-RU" dirty="0"/>
              <a:t> </a:t>
            </a:r>
            <a:r>
              <a:rPr lang="ru-RU" dirty="0" err="1"/>
              <a:t>передають</a:t>
            </a:r>
            <a:r>
              <a:rPr lang="ru-R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текст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числа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масиви</a:t>
            </a:r>
            <a:r>
              <a:rPr lang="ru-RU" dirty="0"/>
              <a:t>, </a:t>
            </a:r>
            <a:r>
              <a:rPr lang="ru-RU" dirty="0" err="1"/>
              <a:t>об’єкти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функції</a:t>
            </a:r>
            <a:r>
              <a:rPr lang="ru-RU" dirty="0"/>
              <a:t> (</a:t>
            </a:r>
            <a:r>
              <a:rPr lang="ru-RU" dirty="0" err="1"/>
              <a:t>обробники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endParaRPr lang="ru-RU" dirty="0"/>
          </a:p>
          <a:p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2B5234-7148-4916-89CE-3C4968557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469" y="3996965"/>
            <a:ext cx="3624666" cy="16187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Хуки</a:t>
            </a:r>
            <a:br>
              <a:rPr lang="ru-RU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інформація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темі</a:t>
            </a:r>
            <a:r>
              <a:rPr dirty="0"/>
              <a:t>:</a:t>
            </a:r>
            <a:endParaRPr lang="ru-RU" dirty="0"/>
          </a:p>
          <a:p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таке</a:t>
            </a:r>
            <a:r>
              <a:rPr lang="ru-RU" b="1" dirty="0"/>
              <a:t> хуки в </a:t>
            </a:r>
            <a:r>
              <a:rPr lang="en-US" b="1" dirty="0"/>
              <a:t>React</a:t>
            </a:r>
          </a:p>
          <a:p>
            <a:r>
              <a:rPr lang="ru-RU" b="1" dirty="0"/>
              <a:t>Хуки (</a:t>
            </a:r>
            <a:r>
              <a:rPr lang="en-US" b="1" dirty="0"/>
              <a:t>Hooks)</a:t>
            </a:r>
            <a:r>
              <a:rPr lang="en-US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спеціальні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дозволяють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b="1" dirty="0"/>
              <a:t>стан</a:t>
            </a:r>
            <a:r>
              <a:rPr lang="ru-RU" dirty="0"/>
              <a:t> (</a:t>
            </a:r>
            <a:r>
              <a:rPr lang="en-US" dirty="0"/>
              <a:t>state) </a:t>
            </a:r>
            <a:r>
              <a:rPr lang="ru-RU" dirty="0"/>
              <a:t>у </a:t>
            </a:r>
            <a:r>
              <a:rPr lang="ru-RU" dirty="0" err="1"/>
              <a:t>функціональні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працювати</a:t>
            </a:r>
            <a:r>
              <a:rPr lang="ru-RU" dirty="0"/>
              <a:t> з </a:t>
            </a:r>
            <a:r>
              <a:rPr lang="ru-RU" b="1" dirty="0" err="1"/>
              <a:t>життєвим</a:t>
            </a:r>
            <a:r>
              <a:rPr lang="ru-RU" b="1" dirty="0"/>
              <a:t> циклом</a:t>
            </a:r>
            <a:r>
              <a:rPr lang="ru-RU" dirty="0"/>
              <a:t> компонента (</a:t>
            </a:r>
            <a:r>
              <a:rPr lang="en-US" dirty="0"/>
              <a:t>side effects)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класові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endParaRPr lang="ru-RU" dirty="0"/>
          </a:p>
          <a:p>
            <a:r>
              <a:rPr lang="ru-RU" dirty="0"/>
              <a:t>Хуки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b="1" dirty="0" err="1"/>
              <a:t>тільки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err="1"/>
              <a:t>функціональних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власних</a:t>
            </a:r>
            <a:r>
              <a:rPr lang="ru-RU" dirty="0"/>
              <a:t> </a:t>
            </a:r>
            <a:r>
              <a:rPr lang="ru-RU" dirty="0" err="1"/>
              <a:t>хуків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не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умов, </a:t>
            </a:r>
            <a:r>
              <a:rPr lang="ru-RU" dirty="0" err="1"/>
              <a:t>циклів</a:t>
            </a:r>
            <a:r>
              <a:rPr lang="ru-RU" dirty="0"/>
              <a:t>, </a:t>
            </a:r>
            <a:r>
              <a:rPr lang="ru-RU" dirty="0" err="1"/>
              <a:t>вкладених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 (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викликатись</a:t>
            </a:r>
            <a:r>
              <a:rPr lang="ru-RU" dirty="0"/>
              <a:t> “на </a:t>
            </a:r>
            <a:r>
              <a:rPr lang="ru-RU" dirty="0" err="1"/>
              <a:t>верхньому</a:t>
            </a:r>
            <a:r>
              <a:rPr lang="ru-RU" dirty="0"/>
              <a:t> </a:t>
            </a:r>
            <a:r>
              <a:rPr lang="ru-RU" dirty="0" err="1"/>
              <a:t>рівні</a:t>
            </a:r>
            <a:r>
              <a:rPr lang="ru-RU" dirty="0"/>
              <a:t>” компонента)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React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інформаці</a:t>
            </a:r>
            <a:r>
              <a:rPr lang="ru-RU" dirty="0"/>
              <a:t>я</a:t>
            </a:r>
            <a:r>
              <a:rPr lang="ru-UA" dirty="0"/>
              <a:t> </a:t>
            </a:r>
            <a:r>
              <a:rPr lang="ru-RU" dirty="0"/>
              <a:t>п</a:t>
            </a:r>
            <a:r>
              <a:rPr dirty="0"/>
              <a:t>о </a:t>
            </a:r>
            <a:r>
              <a:rPr dirty="0" err="1"/>
              <a:t>темі</a:t>
            </a:r>
            <a:r>
              <a:rPr dirty="0"/>
              <a:t>:</a:t>
            </a:r>
            <a:endParaRPr lang="ru-RU" dirty="0"/>
          </a:p>
          <a:p>
            <a:r>
              <a:rPr lang="en-US" b="1" dirty="0"/>
              <a:t>React Router</a:t>
            </a:r>
            <a:r>
              <a:rPr lang="en-US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бібліотека</a:t>
            </a:r>
            <a:r>
              <a:rPr lang="ru-RU" dirty="0"/>
              <a:t> для </a:t>
            </a:r>
            <a:r>
              <a:rPr lang="ru-RU" dirty="0" err="1"/>
              <a:t>організації</a:t>
            </a:r>
            <a:r>
              <a:rPr lang="ru-RU" dirty="0"/>
              <a:t> </a:t>
            </a:r>
            <a:r>
              <a:rPr lang="ru-RU" dirty="0" err="1"/>
              <a:t>маршрутів</a:t>
            </a:r>
            <a:r>
              <a:rPr lang="ru-RU" dirty="0"/>
              <a:t> у </a:t>
            </a:r>
            <a:r>
              <a:rPr lang="en-US" dirty="0"/>
              <a:t>React-</a:t>
            </a:r>
            <a:r>
              <a:rPr lang="ru-RU" dirty="0" err="1"/>
              <a:t>застосунках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Вона </a:t>
            </a:r>
            <a:r>
              <a:rPr lang="ru-RU" dirty="0" err="1"/>
              <a:t>дозволяє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односторінкові</a:t>
            </a:r>
            <a:r>
              <a:rPr lang="ru-RU" dirty="0"/>
              <a:t> </a:t>
            </a:r>
            <a:r>
              <a:rPr lang="ru-RU" dirty="0" err="1"/>
              <a:t>застосунки</a:t>
            </a:r>
            <a:r>
              <a:rPr lang="ru-RU" dirty="0"/>
              <a:t> (</a:t>
            </a:r>
            <a:r>
              <a:rPr lang="en-US" dirty="0"/>
              <a:t>SPA) </a:t>
            </a:r>
            <a:r>
              <a:rPr lang="ru-RU" dirty="0"/>
              <a:t>з </a:t>
            </a:r>
            <a:r>
              <a:rPr lang="ru-RU" dirty="0" err="1"/>
              <a:t>кількома</a:t>
            </a:r>
            <a:r>
              <a:rPr lang="ru-RU" dirty="0"/>
              <a:t> “</a:t>
            </a:r>
            <a:r>
              <a:rPr lang="ru-RU" dirty="0" err="1"/>
              <a:t>сторінками</a:t>
            </a:r>
            <a:r>
              <a:rPr lang="ru-RU" dirty="0"/>
              <a:t>” без </a:t>
            </a:r>
            <a:r>
              <a:rPr lang="ru-RU" dirty="0" err="1"/>
              <a:t>перезавантаження</a:t>
            </a:r>
            <a:r>
              <a:rPr lang="ru-RU" dirty="0"/>
              <a:t> браузера;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відображати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в </a:t>
            </a:r>
            <a:r>
              <a:rPr lang="ru-RU" dirty="0" err="1"/>
              <a:t>залежності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en-US" dirty="0"/>
              <a:t>URL-</a:t>
            </a:r>
            <a:r>
              <a:rPr lang="ru-RU" dirty="0" err="1"/>
              <a:t>адреси</a:t>
            </a:r>
            <a:r>
              <a:rPr lang="ru-RU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реалізовувати</a:t>
            </a:r>
            <a:r>
              <a:rPr lang="ru-RU" dirty="0"/>
              <a:t> </a:t>
            </a:r>
            <a:r>
              <a:rPr lang="ru-RU" dirty="0" err="1"/>
              <a:t>навігацію</a:t>
            </a:r>
            <a:r>
              <a:rPr lang="ru-RU" dirty="0"/>
              <a:t>, “Назад/Вперед”, </a:t>
            </a:r>
            <a:r>
              <a:rPr lang="ru-RU" dirty="0" err="1"/>
              <a:t>захищені</a:t>
            </a:r>
            <a:r>
              <a:rPr lang="ru-RU" dirty="0"/>
              <a:t> </a:t>
            </a:r>
            <a:r>
              <a:rPr lang="ru-RU" dirty="0" err="1"/>
              <a:t>сторінки</a:t>
            </a:r>
            <a:r>
              <a:rPr lang="ru-RU" dirty="0"/>
              <a:t> </a:t>
            </a:r>
            <a:r>
              <a:rPr lang="ru-RU" dirty="0" err="1"/>
              <a:t>тощо</a:t>
            </a:r>
            <a:r>
              <a:rPr lang="ru-RU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Управління</a:t>
            </a:r>
            <a:r>
              <a:rPr dirty="0"/>
              <a:t> </a:t>
            </a:r>
            <a:r>
              <a:rPr dirty="0" err="1"/>
              <a:t>станом</a:t>
            </a:r>
            <a:r>
              <a:rPr dirty="0"/>
              <a:t>: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інформація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темі</a:t>
            </a:r>
            <a:r>
              <a:rPr dirty="0"/>
              <a:t>:</a:t>
            </a:r>
            <a:endParaRPr lang="ru-RU" dirty="0"/>
          </a:p>
          <a:p>
            <a:r>
              <a:rPr lang="ru-RU" b="1" dirty="0" err="1"/>
              <a:t>Context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b="1" dirty="0"/>
              <a:t>“</a:t>
            </a:r>
            <a:r>
              <a:rPr lang="ru-RU" b="1" dirty="0" err="1"/>
              <a:t>глобальні</a:t>
            </a:r>
            <a:r>
              <a:rPr lang="ru-RU" b="1" dirty="0"/>
              <a:t>” </a:t>
            </a:r>
            <a:r>
              <a:rPr lang="ru-RU" b="1" dirty="0" err="1"/>
              <a:t>дані</a:t>
            </a:r>
            <a:r>
              <a:rPr lang="ru-RU" dirty="0"/>
              <a:t> для дерева </a:t>
            </a:r>
            <a:r>
              <a:rPr lang="ru-RU" dirty="0" err="1"/>
              <a:t>компонентів</a:t>
            </a:r>
            <a:r>
              <a:rPr lang="ru-RU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передавати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b="1" dirty="0"/>
              <a:t>без </a:t>
            </a:r>
            <a:r>
              <a:rPr lang="ru-RU" b="1" dirty="0" err="1"/>
              <a:t>пропсів</a:t>
            </a:r>
            <a:r>
              <a:rPr lang="ru-RU" b="1" dirty="0"/>
              <a:t> через </a:t>
            </a:r>
            <a:r>
              <a:rPr lang="ru-RU" b="1" dirty="0" err="1"/>
              <a:t>кожен</a:t>
            </a:r>
            <a:r>
              <a:rPr lang="ru-RU" b="1" dirty="0"/>
              <a:t> </a:t>
            </a:r>
            <a:r>
              <a:rPr lang="ru-RU" b="1" dirty="0" err="1"/>
              <a:t>рівень</a:t>
            </a:r>
            <a:r>
              <a:rPr lang="ru-RU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отримувати</a:t>
            </a:r>
            <a:r>
              <a:rPr lang="ru-RU" dirty="0"/>
              <a:t> доступ до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будь-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дочірнього</a:t>
            </a:r>
            <a:r>
              <a:rPr lang="ru-RU" dirty="0"/>
              <a:t> компонента.</a:t>
            </a:r>
          </a:p>
          <a:p>
            <a:r>
              <a:rPr lang="ru-RU" dirty="0" err="1"/>
              <a:t>Типові</a:t>
            </a:r>
            <a:r>
              <a:rPr lang="ru-RU" dirty="0"/>
              <a:t> </a:t>
            </a:r>
            <a:r>
              <a:rPr lang="ru-RU" dirty="0" err="1"/>
              <a:t>приклади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у </a:t>
            </a:r>
            <a:r>
              <a:rPr lang="ru-RU" dirty="0" err="1"/>
              <a:t>Context</a:t>
            </a:r>
            <a:r>
              <a:rPr lang="ru-RU" dirty="0"/>
              <a:t>: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Життєвий цикл компонента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Основна інформація по темі: Життєвий цикл компонента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Оптимізація</a:t>
            </a:r>
            <a:r>
              <a:rPr dirty="0"/>
              <a:t> </a:t>
            </a:r>
            <a:r>
              <a:rPr dirty="0" err="1"/>
              <a:t>продуктивності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Основна</a:t>
            </a:r>
            <a:r>
              <a:rPr lang="ru-RU" dirty="0"/>
              <a:t> </a:t>
            </a:r>
            <a:r>
              <a:rPr lang="ru-RU" dirty="0" err="1"/>
              <a:t>інформація</a:t>
            </a:r>
            <a:r>
              <a:rPr lang="ru-RU" dirty="0"/>
              <a:t> по </a:t>
            </a:r>
            <a:r>
              <a:rPr lang="ru-RU" dirty="0" err="1"/>
              <a:t>темі</a:t>
            </a:r>
            <a:r>
              <a:rPr lang="ru-RU" dirty="0"/>
              <a:t>:</a:t>
            </a:r>
          </a:p>
          <a:p>
            <a:r>
              <a:rPr lang="ru-RU" b="1" dirty="0" err="1"/>
              <a:t>Спочатку</a:t>
            </a:r>
            <a:r>
              <a:rPr lang="ru-RU" b="1" dirty="0"/>
              <a:t> </a:t>
            </a:r>
            <a:r>
              <a:rPr lang="ru-RU" b="1" dirty="0" err="1"/>
              <a:t>писати</a:t>
            </a:r>
            <a:r>
              <a:rPr lang="ru-RU" b="1" dirty="0"/>
              <a:t> </a:t>
            </a:r>
            <a:r>
              <a:rPr lang="ru-RU" b="1" dirty="0" err="1"/>
              <a:t>зрозумілий</a:t>
            </a:r>
            <a:r>
              <a:rPr lang="ru-RU" b="1" dirty="0"/>
              <a:t> код</a:t>
            </a:r>
            <a:r>
              <a:rPr lang="ru-RU" dirty="0"/>
              <a:t>, а </a:t>
            </a:r>
            <a:r>
              <a:rPr lang="ru-RU" dirty="0" err="1"/>
              <a:t>вже</a:t>
            </a:r>
            <a:r>
              <a:rPr lang="ru-RU" dirty="0"/>
              <a:t>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оптимізувати</a:t>
            </a:r>
            <a:r>
              <a:rPr lang="ru-RU" dirty="0"/>
              <a:t> “</a:t>
            </a:r>
            <a:r>
              <a:rPr lang="ru-RU" dirty="0" err="1"/>
              <a:t>вузькі</a:t>
            </a:r>
            <a:r>
              <a:rPr lang="ru-RU" dirty="0"/>
              <a:t> </a:t>
            </a:r>
            <a:r>
              <a:rPr lang="ru-RU" dirty="0" err="1"/>
              <a:t>місця</a:t>
            </a:r>
            <a:r>
              <a:rPr lang="ru-RU" dirty="0"/>
              <a:t>”.</a:t>
            </a:r>
          </a:p>
          <a:p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b="1" dirty="0" err="1"/>
              <a:t>інструменти</a:t>
            </a:r>
            <a:r>
              <a:rPr lang="ru-RU" b="1" dirty="0"/>
              <a:t> </a:t>
            </a:r>
            <a:r>
              <a:rPr lang="ru-RU" b="1" dirty="0" err="1"/>
              <a:t>вимірювання</a:t>
            </a:r>
            <a:r>
              <a:rPr lang="ru-RU" dirty="0"/>
              <a:t> (</a:t>
            </a:r>
            <a:r>
              <a:rPr lang="en-US" dirty="0"/>
              <a:t>React </a:t>
            </a:r>
            <a:r>
              <a:rPr lang="en-US" dirty="0" err="1"/>
              <a:t>DevTools</a:t>
            </a:r>
            <a:r>
              <a:rPr lang="en-US" dirty="0"/>
              <a:t> Profiler, Performance </a:t>
            </a:r>
            <a:r>
              <a:rPr lang="ru-RU" dirty="0"/>
              <a:t>у </a:t>
            </a:r>
            <a:r>
              <a:rPr lang="en-US" dirty="0" err="1"/>
              <a:t>DevTools</a:t>
            </a:r>
            <a:r>
              <a:rPr lang="en-US" dirty="0"/>
              <a:t> </a:t>
            </a:r>
            <a:r>
              <a:rPr lang="ru-RU" dirty="0"/>
              <a:t>браузера).</a:t>
            </a:r>
          </a:p>
          <a:p>
            <a:r>
              <a:rPr lang="ru-RU" dirty="0"/>
              <a:t>Не </a:t>
            </a:r>
            <a:r>
              <a:rPr lang="ru-RU" dirty="0" err="1"/>
              <a:t>оптимізувати</a:t>
            </a:r>
            <a:r>
              <a:rPr lang="ru-RU" dirty="0"/>
              <a:t> “</a:t>
            </a:r>
            <a:r>
              <a:rPr lang="ru-RU" dirty="0" err="1"/>
              <a:t>наосліп</a:t>
            </a:r>
            <a:r>
              <a:rPr lang="ru-RU" dirty="0"/>
              <a:t>” — </a:t>
            </a:r>
            <a:r>
              <a:rPr lang="ru-RU" dirty="0" err="1"/>
              <a:t>спочатку</a:t>
            </a:r>
            <a:r>
              <a:rPr lang="ru-RU" dirty="0"/>
              <a:t> </a:t>
            </a:r>
            <a:r>
              <a:rPr lang="ru-RU" dirty="0" err="1"/>
              <a:t>знайти</a:t>
            </a:r>
            <a:r>
              <a:rPr lang="ru-RU" dirty="0"/>
              <a:t>, де </a:t>
            </a:r>
            <a:r>
              <a:rPr lang="ru-RU" dirty="0" err="1"/>
              <a:t>саме</a:t>
            </a:r>
            <a:r>
              <a:rPr lang="ru-RU" dirty="0"/>
              <a:t> проблема.</a:t>
            </a:r>
          </a:p>
          <a:p>
            <a:r>
              <a:rPr lang="ru-RU" dirty="0" err="1"/>
              <a:t>Виносити</a:t>
            </a:r>
            <a:r>
              <a:rPr lang="ru-RU" dirty="0"/>
              <a:t> </a:t>
            </a:r>
            <a:r>
              <a:rPr lang="ru-RU" dirty="0" err="1"/>
              <a:t>важкі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/ </a:t>
            </a:r>
            <a:r>
              <a:rPr lang="ru-RU" dirty="0" err="1"/>
              <a:t>логіку</a:t>
            </a:r>
            <a:r>
              <a:rPr lang="ru-RU" dirty="0"/>
              <a:t> у </a:t>
            </a:r>
            <a:r>
              <a:rPr lang="ru-RU" b="1" dirty="0" err="1"/>
              <a:t>малі</a:t>
            </a:r>
            <a:r>
              <a:rPr lang="ru-RU" b="1" dirty="0"/>
              <a:t>, </a:t>
            </a:r>
            <a:r>
              <a:rPr lang="ru-RU" b="1" dirty="0" err="1"/>
              <a:t>ізольовані</a:t>
            </a:r>
            <a:r>
              <a:rPr lang="ru-RU" b="1" dirty="0"/>
              <a:t> </a:t>
            </a:r>
            <a:r>
              <a:rPr lang="ru-RU" b="1" dirty="0" err="1"/>
              <a:t>частини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Підсумок та рекомендації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потужна</a:t>
            </a:r>
            <a:r>
              <a:rPr lang="ru-RU" dirty="0"/>
              <a:t> </a:t>
            </a:r>
            <a:r>
              <a:rPr lang="ru-RU" dirty="0" err="1"/>
              <a:t>бібліотека</a:t>
            </a:r>
            <a:r>
              <a:rPr lang="ru-RU" dirty="0"/>
              <a:t>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сучасних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 на </a:t>
            </a:r>
            <a:r>
              <a:rPr lang="en-US" dirty="0"/>
              <a:t>JavaScript. </a:t>
            </a:r>
            <a:r>
              <a:rPr lang="ru-RU" dirty="0"/>
              <a:t>Вона </a:t>
            </a:r>
            <a:r>
              <a:rPr lang="ru-RU" dirty="0" err="1"/>
              <a:t>базується</a:t>
            </a:r>
            <a:r>
              <a:rPr lang="ru-RU" dirty="0"/>
              <a:t> на компонентному </a:t>
            </a:r>
            <a:r>
              <a:rPr lang="ru-RU" dirty="0" err="1"/>
              <a:t>підході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спрощує</a:t>
            </a:r>
            <a:r>
              <a:rPr lang="ru-RU" dirty="0"/>
              <a:t> </a:t>
            </a:r>
            <a:r>
              <a:rPr lang="ru-RU" dirty="0" err="1"/>
              <a:t>розробку</a:t>
            </a:r>
            <a:r>
              <a:rPr lang="ru-RU" dirty="0"/>
              <a:t>, </a:t>
            </a:r>
            <a:r>
              <a:rPr lang="ru-RU" dirty="0" err="1"/>
              <a:t>повторне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коду та </a:t>
            </a:r>
            <a:r>
              <a:rPr lang="ru-RU" dirty="0" err="1"/>
              <a:t>підтримку</a:t>
            </a:r>
            <a:r>
              <a:rPr lang="ru-RU" dirty="0"/>
              <a:t> </a:t>
            </a:r>
            <a:r>
              <a:rPr lang="ru-RU" dirty="0" err="1"/>
              <a:t>проєкту</a:t>
            </a:r>
            <a:r>
              <a:rPr lang="ru-RU" dirty="0"/>
              <a:t>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en-US" dirty="0"/>
              <a:t>Virtual DOM </a:t>
            </a:r>
            <a:r>
              <a:rPr lang="ru-RU" dirty="0"/>
              <a:t>і хукам </a:t>
            </a:r>
            <a:r>
              <a:rPr lang="en-US" dirty="0"/>
              <a:t>React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високу</a:t>
            </a:r>
            <a:r>
              <a:rPr lang="ru-RU" dirty="0"/>
              <a:t> </a:t>
            </a:r>
            <a:r>
              <a:rPr lang="ru-RU" dirty="0" err="1"/>
              <a:t>продуктивність</a:t>
            </a:r>
            <a:r>
              <a:rPr lang="ru-RU" dirty="0"/>
              <a:t> і </a:t>
            </a:r>
            <a:r>
              <a:rPr lang="ru-RU" dirty="0" err="1"/>
              <a:t>зручну</a:t>
            </a:r>
            <a:r>
              <a:rPr lang="ru-RU" dirty="0"/>
              <a:t> роботу </a:t>
            </a:r>
            <a:r>
              <a:rPr lang="ru-RU" dirty="0" err="1"/>
              <a:t>зі</a:t>
            </a:r>
            <a:r>
              <a:rPr lang="ru-RU" dirty="0"/>
              <a:t> станом. Широка </a:t>
            </a:r>
            <a:r>
              <a:rPr lang="ru-RU" dirty="0" err="1"/>
              <a:t>екосистема</a:t>
            </a:r>
            <a:r>
              <a:rPr lang="ru-RU" dirty="0"/>
              <a:t> та </a:t>
            </a:r>
            <a:r>
              <a:rPr lang="ru-RU" dirty="0" err="1"/>
              <a:t>спільнота</a:t>
            </a:r>
            <a:r>
              <a:rPr lang="ru-RU" dirty="0"/>
              <a:t> </a:t>
            </a:r>
            <a:r>
              <a:rPr lang="ru-RU" dirty="0" err="1"/>
              <a:t>роблять</a:t>
            </a:r>
            <a:r>
              <a:rPr lang="ru-RU" dirty="0"/>
              <a:t> </a:t>
            </a:r>
            <a:r>
              <a:rPr lang="en-US" dirty="0"/>
              <a:t>React </a:t>
            </a:r>
            <a:r>
              <a:rPr lang="ru-RU" dirty="0"/>
              <a:t>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головних</a:t>
            </a:r>
            <a:r>
              <a:rPr lang="ru-RU" dirty="0"/>
              <a:t> </a:t>
            </a:r>
            <a:r>
              <a:rPr lang="ru-RU" dirty="0" err="1"/>
              <a:t>інструментів</a:t>
            </a:r>
            <a:r>
              <a:rPr lang="ru-RU" dirty="0"/>
              <a:t> </a:t>
            </a:r>
            <a:r>
              <a:rPr lang="ru-RU" dirty="0" err="1"/>
              <a:t>фронтенд-розробки</a:t>
            </a:r>
            <a:r>
              <a:rPr lang="ru-RU" dirty="0"/>
              <a:t> </a:t>
            </a:r>
            <a:r>
              <a:rPr lang="ru-RU" dirty="0" err="1"/>
              <a:t>сьогодні</a:t>
            </a:r>
            <a:r>
              <a:rPr lang="ru-RU" dirty="0"/>
              <a:t>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</TotalTime>
  <Words>576</Words>
  <Application>Microsoft Office PowerPoint</Application>
  <PresentationFormat>Экран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Garamond</vt:lpstr>
      <vt:lpstr>Натуральные материалы</vt:lpstr>
      <vt:lpstr>React: Вступ</vt:lpstr>
      <vt:lpstr>Основна ідея React</vt:lpstr>
      <vt:lpstr>Ключові особливості React</vt:lpstr>
      <vt:lpstr>Стан та пропси</vt:lpstr>
      <vt:lpstr>Хуки </vt:lpstr>
      <vt:lpstr>React Router</vt:lpstr>
      <vt:lpstr>Управління станом: Context</vt:lpstr>
      <vt:lpstr>Життєвий цикл компонента</vt:lpstr>
      <vt:lpstr>Оптимізація продуктивності</vt:lpstr>
      <vt:lpstr>Підсумок та рекомендації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React: Вступ</dc:title>
  <dc:subject/>
  <dc:creator>Timur</dc:creator>
  <cp:keywords/>
  <dc:description>generated using python-pptx</dc:description>
  <cp:lastModifiedBy>Timur Shmat</cp:lastModifiedBy>
  <cp:revision>4</cp:revision>
  <dcterms:created xsi:type="dcterms:W3CDTF">2013-01-27T09:14:16Z</dcterms:created>
  <dcterms:modified xsi:type="dcterms:W3CDTF">2025-12-10T13:02:55Z</dcterms:modified>
  <cp:category/>
</cp:coreProperties>
</file>